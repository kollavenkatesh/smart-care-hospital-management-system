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731520"/>
            <a:ext cx="2011680" cy="2011680"/>
          </a:xfrm>
          <a:prstGeom prst="ellipse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194560"/>
            <a:ext cx="1280160" cy="1280160"/>
          </a:xfrm>
          <a:prstGeom prst="ellipse">
            <a:avLst/>
          </a:prstGeom>
          <a:solidFill>
            <a:srgbClr val="30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3108960"/>
            <a:ext cx="731520" cy="731520"/>
          </a:xfrm>
          <a:prstGeom prst="ellipse">
            <a:avLst/>
          </a:prstGeom>
          <a:solidFill>
            <a:srgbClr val="4AB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SMART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C3E0EB"/>
                </a:solidFill>
                <a:latin typeface="Aptos"/>
              </a:defRPr>
            </a:pPr>
            <a:r>
              <a:t>Hospital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546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5EDCD0"/>
                </a:solidFill>
                <a:latin typeface="Aptos"/>
              </a:defRPr>
            </a:pPr>
            <a:r>
              <a:t>Python • Tkinter •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212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806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3E0EB"/>
                </a:solidFill>
                <a:latin typeface="Aptos"/>
              </a:defRPr>
            </a:pPr>
            <a:r>
              <a:t>Presented by: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A4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7082"/>
                </a:solidFill>
                <a:latin typeface="Aptos"/>
              </a:defRPr>
            </a:pPr>
            <a:r>
              <a:t>SMART CARE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Smart Care is a desktop application for managing common hospital administration tasks.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Built with Python for application logic, Tkinter for the graphical interface, and SQLite for local data storage.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Designed as an educational mini-project with a simple, user-friendly workflow.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Keeps patient, doctor, appointment, and billing information organized in one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A4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7082"/>
                </a:solidFill>
                <a:latin typeface="Aptos"/>
              </a:defRPr>
            </a:pPr>
            <a:r>
              <a:t>SMART CARE  •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A3441"/>
                </a:solidFill>
                <a:latin typeface="Aptos"/>
              </a:defRPr>
            </a:pPr>
            <a:r>
              <a:t>•  Manual registers and scattered records can be difficult to maintain.</a:t>
            </a:r>
          </a:p>
          <a:p>
            <a:pPr>
              <a:spcAft>
                <a:spcPts val="1500"/>
              </a:spcAft>
              <a:defRPr sz="2200">
                <a:solidFill>
                  <a:srgbClr val="2A3441"/>
                </a:solidFill>
                <a:latin typeface="Aptos"/>
              </a:defRPr>
            </a:pPr>
            <a:r>
              <a:t>•  Searching for patient or doctor details may take time.</a:t>
            </a:r>
          </a:p>
          <a:p>
            <a:pPr>
              <a:spcAft>
                <a:spcPts val="1500"/>
              </a:spcAft>
              <a:defRPr sz="2200">
                <a:solidFill>
                  <a:srgbClr val="2A3441"/>
                </a:solidFill>
                <a:latin typeface="Aptos"/>
              </a:defRPr>
            </a:pPr>
            <a:r>
              <a:t>•  Appointment and billing status can be overlooked when tracked separately.</a:t>
            </a:r>
          </a:p>
          <a:p>
            <a:pPr>
              <a:spcAft>
                <a:spcPts val="1500"/>
              </a:spcAft>
              <a:defRPr sz="2200">
                <a:solidFill>
                  <a:srgbClr val="2A3441"/>
                </a:solidFill>
                <a:latin typeface="Aptos"/>
              </a:defRPr>
            </a:pPr>
            <a:r>
              <a:t>•  A small, centralized system can help organize routine administrative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A4C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7082"/>
                </a:solidFill>
                <a:latin typeface="Aptos"/>
              </a:defRPr>
            </a:pPr>
            <a:r>
              <a:t>SMART CARE  •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Create a simple interface for common hospital-management activities.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Register and list patient records.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Register and list doctor records.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Schedule appointments and track completion status.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Create bills and track paid/unpaid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A4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7082"/>
                </a:solidFill>
                <a:latin typeface="Aptos"/>
              </a:defRPr>
            </a:pPr>
            <a:r>
              <a:t>SMART CARE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00400" cy="2377440"/>
          </a:xfrm>
          <a:prstGeom prst="round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Application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200400" cy="2377440"/>
          </a:xfrm>
          <a:prstGeom prst="round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331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TKINTER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Desktop GUI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00400" cy="2377440"/>
          </a:xfrm>
          <a:prstGeom prst="roundRect">
            <a:avLst/>
          </a:prstGeom>
          <a:solidFill>
            <a:srgbClr val="30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331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Local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F7082"/>
                </a:solidFill>
                <a:latin typeface="Aptos"/>
              </a:defRPr>
            </a:pPr>
            <a:r>
              <a:t>No external pip packages are required for the basic version; Python 3.10+ is recommended.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A4C"/>
                </a:solidFill>
                <a:latin typeface="Aptos"/>
              </a:defRPr>
            </a:pPr>
            <a:r>
              <a:t>Main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7082"/>
                </a:solidFill>
                <a:latin typeface="Aptos"/>
              </a:defRPr>
            </a:pPr>
            <a:r>
              <a:t>SMART CARE  •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3560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9691"/>
                </a:solidFill>
                <a:latin typeface="Aptos"/>
              </a:defRPr>
            </a:pPr>
            <a:r>
              <a:t>Patient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35607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Register and view patient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58568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9691"/>
                </a:solidFill>
                <a:latin typeface="Aptos"/>
              </a:defRPr>
            </a:pPr>
            <a:r>
              <a:t>Doctor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68296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Register and view doctor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91256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009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9691"/>
                </a:solidFill>
                <a:latin typeface="Aptos"/>
              </a:defRPr>
            </a:pPr>
            <a:r>
              <a:t>Appointments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30098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Schedule appointments and mark completion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23944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336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9691"/>
                </a:solidFill>
                <a:latin typeface="Aptos"/>
              </a:defRPr>
            </a:pPr>
            <a:r>
              <a:t>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23367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Create bills and update payment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56632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166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69691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1663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Store records in local SQLite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A4C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7082"/>
                </a:solidFill>
                <a:latin typeface="Aptos"/>
              </a:defRPr>
            </a:pPr>
            <a:r>
              <a:t>SMART CARE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1965960" cy="1508760"/>
          </a:xfrm>
          <a:prstGeom prst="round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4EB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Register doctor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26974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194560"/>
            <a:ext cx="1965960" cy="1508760"/>
          </a:xfrm>
          <a:prstGeom prst="round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799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4EBE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799" y="28803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Register patient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26974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2194560"/>
            <a:ext cx="1965960" cy="1508760"/>
          </a:xfrm>
          <a:prstGeom prst="round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4EBE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8803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Schedule appointment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26974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194560"/>
            <a:ext cx="1965960" cy="1508760"/>
          </a:xfrm>
          <a:prstGeom prst="round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4EBE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8803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Create bill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26974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96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2194560"/>
            <a:ext cx="1965960" cy="1508760"/>
          </a:xfrm>
          <a:prstGeom prst="round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4EBE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8803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Update payment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F7082"/>
                </a:solidFill>
                <a:latin typeface="Aptos"/>
              </a:defRPr>
            </a:pPr>
            <a:r>
              <a:t>The database is created automatically when the application initializes.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A4C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7082"/>
                </a:solidFill>
                <a:latin typeface="Aptos"/>
              </a:defRPr>
            </a:pPr>
            <a:r>
              <a:t>SMART CARE  •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A4C"/>
                </a:solidFill>
                <a:latin typeface="Aptos"/>
              </a:defRPr>
            </a:pPr>
            <a:r>
              <a:t>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F7082"/>
                </a:solidFill>
                <a:latin typeface="Aptos"/>
              </a:defRPr>
            </a:pPr>
            <a:r>
              <a:t>Patient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4846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A4C"/>
                </a:solidFill>
                <a:latin typeface="Aptos"/>
              </a:defRPr>
            </a:pPr>
            <a:r>
              <a:t>doctors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F7082"/>
                </a:solidFill>
                <a:latin typeface="Aptos"/>
              </a:defRPr>
            </a:pPr>
            <a:r>
              <a:t>Doctor details and specialty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4846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A4C"/>
                </a:solidFill>
                <a:latin typeface="Aptos"/>
              </a:defRPr>
            </a:pPr>
            <a:r>
              <a:t>appointments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F7082"/>
                </a:solidFill>
                <a:latin typeface="Aptos"/>
              </a:defRPr>
            </a:pPr>
            <a:r>
              <a:t>Patient/doctor appointment and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83280"/>
            <a:ext cx="4846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6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A4C"/>
                </a:solidFill>
                <a:latin typeface="Aptos"/>
              </a:defRPr>
            </a:pPr>
            <a:r>
              <a:t>bills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148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F7082"/>
                </a:solidFill>
                <a:latin typeface="Aptos"/>
              </a:defRPr>
            </a:pPr>
            <a:r>
              <a:t>Billing amount and payment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Storage: local SQLite database file (smart_care_hospital.db).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A4C"/>
                </a:solidFill>
                <a:latin typeface="Aptos"/>
              </a:defRPr>
            </a:pPr>
            <a:r>
              <a:t>Benefits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7082"/>
                </a:solidFill>
                <a:latin typeface="Aptos"/>
              </a:defRPr>
            </a:pPr>
            <a:r>
              <a:t>SMART CARE  •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69691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Centralized records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Simple desktop interface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Local database; easy to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A4C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Educational prototype, not production-ready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No full authentication or role permissions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  <a:latin typeface="Aptos"/>
              </a:defRPr>
            </a:pPr>
            <a:r>
              <a:t>•  Needs stronger security, backups, and validation for real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42A4C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87552"/>
            <a:ext cx="1051560" cy="54864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7082"/>
                </a:solidFill>
                <a:latin typeface="Aptos"/>
              </a:defRPr>
            </a:pPr>
            <a:r>
              <a:t>SMART CARE  •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User login with role-based access for administrators, doctors, and reception staff.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Search, filter, edit, and delete records with stronger validation.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Reports for appointments, patient counts, and billing summaries.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Secure backups and privacy controls.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  <a:latin typeface="Aptos"/>
              </a:defRPr>
            </a:pPr>
            <a:r>
              <a:t>•  Optional web or mobile access for larger deployments.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D2E8EF"/>
                </a:solidFill>
                <a:latin typeface="Aptos"/>
              </a:defRPr>
            </a:pPr>
            <a:r>
              <a:t>Smart Care demonstrates how Python, Tkinter, and SQLite can be combined to organize basic hospital administration workflows in a desktop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5EDCD0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